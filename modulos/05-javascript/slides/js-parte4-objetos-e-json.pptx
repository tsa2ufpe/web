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Quarta aula do bloco de JavaScript. Plano de ensino: objetos, classes, formato JSON e armazenamento local (localStorage).</a:t>
            </a:r>
          </a:p>
          <a:p>
            <a:r>
              <a:t>Estratégia: aula expositiva dialogada com live coding. Na aula passada os desafios já usaram arrays de objetos; hoje abrimos as chaves.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ideias ligadas: representar dados (objetos e classes), trocar dados (JSON) e guardar dados (localStorage).</a:t>
            </a:r>
          </a:p>
          <a:p>
            <a:r>
              <a:t>É a base do que vem depois: o DOM (28/10) desenha objetos na tela e o fetch (11/11) recebe JSON de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a turma sugerir. Alguém vai propor várias variáveis: nomeAluno, cursoAluno, notasAluno... E com 40 alunos?</a:t>
            </a:r>
          </a:p>
          <a:p>
            <a:r>
              <a:t>Outro vai propor um array: ['Ana', 'ADS', 8]. Mas qual posição é o quê? O 8 é nota ou período?</a:t>
            </a:r>
          </a:p>
          <a:p>
            <a:r>
              <a:t>A resposta é um objeto: um único valor com vários campos, cada um com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bloco. Live coding no console, construindo o objeto aluno aos poucos.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Objeto literal: chaves { }, pares chave: valor separados por vírgula. O valor pode ser qualquer coisa: texto, número, boolean, array, até outro objeto.</a:t>
            </a:r>
          </a:p>
          <a:p>
            <a:r>
              <a:t>Comparar com o array: no array a posição identifica o dado; no objeto, o nome.</a:t>
            </a:r>
          </a:p>
          <a:p>
            <a:r>
              <a:t>A vírgula depois do último par (trailing comma) é permitida e facilita acrescentar campos.</a:t>
            </a:r>
          </a:p>
          <a:p>
            <a:r>
              <a:t>Na aula passada vocês usaram isso no cardápio: { nome: 'Coxinha', preco: 5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 acadêmico, perfil de rede social, ficha de produto, extrato do banco: por trás de cada tela há um objeto (ou um array de objetos) vindo do servidor.</a:t>
            </a:r>
          </a:p>
          <a:p>
            <a:r>
              <a:t>Exercício rápido: pedir que a turma dite as chaves do objeto que representaria o perfil de alguém no Instagram (nome, usuario, seguidores, verificado, fotos...).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é o padrão. Colchetes servem quando o nome da chave está numa variável (const campo = 'curso'; aluno[campo]) ou tem caracteres especiais.</a:t>
            </a:r>
          </a:p>
          <a:p>
            <a:r>
              <a:t>Atribuir numa chave que não existe cria a chave; numa que existe, troca o valor.</a:t>
            </a:r>
          </a:p>
          <a:p>
            <a:r>
              <a:t>Ler uma chave que não existe não dá erro: devolve undefined. Isso é bom e ruim (próximo slide).</a:t>
            </a:r>
          </a:p>
          <a:p>
            <a:r>
              <a:t>Para testar se existe: 'email' in aluno, ou Object.hasOwn(aluno, 'email').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aluno.endereco é undefined; tentar ler .cidade de undefined lança TypeError e o script para ali.</a:t>
            </a:r>
          </a:p>
          <a:p>
            <a:r>
              <a:t>Optional chaining (?.), do ES2020: se o que está à esquerda for null ou undefined, a expressão inteira vira undefined em vez de quebrar.</a:t>
            </a:r>
          </a:p>
          <a:p>
            <a:r>
              <a:t>Combina com o ?? da primeira aula para dar um valor padrão.</a:t>
            </a:r>
          </a:p>
          <a:p>
            <a:r>
              <a:t>É muito comum com dados de API, em que alguns campos podem não vir.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Pegadinha de maiúscula.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undefined. JavaScript diferencia maiúsculas de minúsculas: Nome e nome são chaves diferentes. Ler uma chave inexistente não dá erro, dá undefined.</a:t>
            </a:r>
          </a:p>
          <a:p>
            <a:r>
              <a:t>Esse é um bug silencioso clássico: o código não quebra, só mostra "undefined"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lição do spread em arrays, aplicada a objetos.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os arrays, objetos são guardados por referência: const bia = aluno não copia nada.</a:t>
            </a:r>
          </a:p>
          <a:p>
            <a:r>
              <a:t>{ ...aluno } cria um objeto novo com os mesmos campos. Os campos escritos depois do spread sobrescrevem os copiados.</a:t>
            </a:r>
          </a:p>
          <a:p>
            <a:r>
              <a:t>É o jeito padrão de "atualizar" um objeto sem alterar o original. Em React, todo estado é atualizado assim.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spread copia os campos, mas se um campo é array ou objeto, a cópia aponta para o mesmo array. Isso se chama cópia rasa (shallow copy).</a:t>
            </a:r>
          </a:p>
          <a:p>
            <a:r>
              <a:t>structuredClone faz cópia profunda (deep copy): copia os níveis de dentro também. Está disponível em todos os navegadores atuais e no Node.</a:t>
            </a:r>
          </a:p>
          <a:p>
            <a:r>
              <a:t>Antes dele, o truque era JSON.parse(JSON.stringify(obj)), que tem limitações (veremos no bloco de 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Objeto não tem map nem filter, mas Object.keys, values e entries devolvem arrays, e aí vale tudo da aula passada.</a:t>
            </a:r>
          </a:p>
          <a:p>
            <a:r>
              <a:t>entries + desestruturação [k, v] no for...of é o jeito mais legível de percorrer.</a:t>
            </a:r>
          </a:p>
          <a:p>
            <a:r>
              <a:t>Exemplo útil: Object.values(precos).reduce(...) para somar os valores de um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o checkpoint de referência da aula passada.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1. O spread criou um objeto novo; mudar b não afeta a.</a:t>
            </a:r>
          </a:p>
          <a:p>
            <a:r>
              <a:t>Se fosse const b = a, a resposta seria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bloco. Classes chegaram no ES6 (2015). Quem veio de Java ou Python vai reconhecer.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Escrever 40 objetos literais repetindo a mesma estrutura é cansativo e fácil de errar (um aluno sem o campo curso, outro com Curso maiúsculo).</a:t>
            </a:r>
          </a:p>
          <a:p>
            <a:r>
              <a:t>Queremos um molde: diga os dados, receba um objeto pronto e sempre com a mesma forma. Isso é uma classe.</a:t>
            </a:r>
          </a:p>
          <a:p>
            <a:r>
              <a:t>(Também daria para fazer uma função que devolve um objeto. Classes são o jeito padrão quando o objeto também tem comportamento.)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classe não é um aluno; ela descreve como um aluno é criado. Cada new Aluno(...) cria um objeto novo, uma instância.</a:t>
            </a:r>
          </a:p>
          <a:p>
            <a:r>
              <a:t>Todos os bolos têm o mesmo formato (mesmos campos), mas cada um tem seu sabor (seus valores).</a:t>
            </a:r>
          </a:p>
          <a:p>
            <a:r>
              <a:t>Live coding: criar ana e bia com new e mostrar no console que são objetos comuns: ana.nome, ana.curso.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Convenção: nome de classe com inicial maiúscula (PascalCase); objetos e funções em camelCase.</a:t>
            </a:r>
          </a:p>
          <a:p>
            <a:r>
              <a:t>constructor recebe os parâmetros do new e preenche o objeto usando this.</a:t>
            </a:r>
          </a:p>
          <a:p>
            <a:r>
              <a:t>this, dentro da classe, é "este objeto aqui". Em ana.apresentar(), this é a ana.</a:t>
            </a:r>
          </a:p>
          <a:p>
            <a:r>
              <a:t>Métodos são funções declaradas dentro da classe, sem a palavra function. Todas as instâncias compartilham os mesmos métodos.</a:t>
            </a:r>
          </a:p>
          <a:p>
            <a:r>
              <a:t>Para depois (ou para quem quiser ir além): extends cria uma classe a partir de outra (class Monitor extends Aluno); campos com # são privados.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própria plataforma é cheia de classes. Live coding rápido:</a:t>
            </a:r>
          </a:p>
          <a:p>
            <a:r>
              <a:t>new Date().getFullYear(); new URL('https://ifpe.edu.br/campus/palmares').hostname; [...new Set([1, 1, 2, 3, 3])] (remove repetidos); new Error('Saldo insuficiente').message.</a:t>
            </a:r>
          </a:p>
          <a:p>
            <a:r>
              <a:t>Angular é todo baseado em classes; em TypeScript elas são ainda mais comuns. React moderno usa mais funções, mas vocês vão encontrar classes em código mais antigo.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 de digitação muito comum.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TypeError: Class constructor Ponto cannot be invoked without 'new'.</a:t>
            </a:r>
          </a:p>
          <a:p>
            <a:r>
              <a:t>Classes exigem new. É uma proteção: sem ela, o this não teria um objeto novo para preencher.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bloco. JSON é a ponte para a aula de APIs (11/11).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(JavaScript Object Notation) nasceu da sintaxe de objetos do JS, mas é um formato de texto independente: Python, Java, PHP, todas as linguagens leem e escrevem JSON.</a:t>
            </a:r>
          </a:p>
          <a:p>
            <a:r>
              <a:t>Regras mais rígidas que o objeto JS: chaves sempre com aspas duplas, strings com aspas duplas, sem vírgula sobrando no fim, sem comentários, sem funções e sem undefined.</a:t>
            </a:r>
          </a:p>
          <a:p>
            <a:r>
              <a:t>Onde aparece: respostas de APIs, arquivos de configuração (package.json, na aula de 18/11), exportações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um objeto vira texto sem cuidado (template literal, concatenação, localStorage), o JS escreve [object Object].</a:t>
            </a:r>
          </a:p>
          <a:p>
            <a:r>
              <a:t>É o gancho para o JSON.stringify: a forma correta de transformar objeto em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únicos métodos que vocês precisam: JSON.stringify e JSON.parse.</a:t>
            </a:r>
          </a:p>
          <a:p>
            <a:r>
              <a:t>Os dados não viajam pela rede como objetos, só como texto. Na ida, stringify; na chegada, parse.</a:t>
            </a:r>
          </a:p>
          <a:p>
            <a:r>
              <a:t>Dica: JSON.stringify(aluno, null, 2) gera o texto formatado com indentação, ótimo para ler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ViaCEP é uma API pública e gratuita de CEPs brasileiros. Abrir o link no navegador ao vivo: https://viacep.com.br/ws/55540000/json/ (o navegador mostra o texto JSON; o Firefox até formata).</a:t>
            </a:r>
          </a:p>
          <a:p>
            <a:r>
              <a:t>A resposta real tem mais campos (logradouro, bairro, ibge...); o slide mostra só alguns.</a:t>
            </a:r>
          </a:p>
          <a:p>
            <a:r>
              <a:t>Gancho para 11/11: com fetch, o JS vai buscar esse texto e o parse vai virar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só conhece: string, number, boolean, null, array e objeto simples.</a:t>
            </a:r>
          </a:p>
          <a:p>
            <a:r>
              <a:t>Funções e undefined desaparecem. Date vira uma string no formato ISO e o parse não a transforma de volta em Date.</a:t>
            </a:r>
          </a:p>
          <a:p>
            <a:r>
              <a:t>Importante para o bloco de classes: JSON.parse devolve um objeto comum, sem os métodos. Um Aluno salvo e lido de volta perde o apresentar(); é preciso recriar com new Aluno(obj.nome, obj.curso).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JSON.parse lança SyntaxError se o texto não for JSON válido: chave sem aspas, aspas simples, vírgula sobrando, texto vazio.</a:t>
            </a:r>
          </a:p>
          <a:p>
            <a:r>
              <a:t>Dado que vem de fora (API, arquivo, localStorage) pode vir quebrado. Sempre que fizer parse de algo externo, envolva em try/catch.</a:t>
            </a:r>
          </a:p>
          <a:p>
            <a:r>
              <a:t>try/catch aparece de novo em 11/11, no tratamento de erros de fetch.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parse preserva o tipo?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2. O parse converte o texto em objeto e o 1 volta como número (no JSON, números não têm aspas).</a:t>
            </a:r>
          </a:p>
          <a:p>
            <a:r>
              <a:t>Se o JSON fosse '{"a": "1"}', aí o resultado seria '11'.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bloco. Até agora tudo sumia ao recarregar a página. localStorage resolve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localStorage é um armazenamento de chave e valor que cada site tem no navegador. Persiste depois de fechar a aba e o navegador.</a:t>
            </a:r>
          </a:p>
          <a:p>
            <a:r>
              <a:t>sessionStorage tem a mesma interface, mas apaga ao fechar a aba.</a:t>
            </a:r>
          </a:p>
          <a:p>
            <a:r>
              <a:t>Live coding: salvar o tema, recarregar a página (F5), ler de novo. Mostrar a aba Application do DevTools, onde dá para ver e editar os dados.</a:t>
            </a:r>
          </a:p>
          <a:p>
            <a:r>
              <a:t>getItem de uma chave que não existe devolve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localStorage converte tudo para string. Número vira '10', array vira '1,2', objeto vira '[object Object]', e aí a informação se perdeu.</a:t>
            </a:r>
          </a:p>
          <a:p>
            <a:r>
              <a:t>O padrão é sempre: stringify para salvar, parse para ler. E o parse com try/catch, porque o dado pode ter sido editado ou corrompido.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Exemplos reais: carrinho de loja sem login, tema claro/escuro, idioma escolhido, rascunho de formulário, "não mostrar este aviso de novo".</a:t>
            </a:r>
          </a:p>
          <a:p>
            <a:r>
              <a:t>getItem devolve null quando a chave não existe; por isso o ?? (da primeira aula) funciona para dar o valor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localStorage não é criptografado e qualquer JavaScript rodando na página consegue ler. Se o site sofrer um ataque de XSS (veremos em 28/10), um script injetado leva tudo.</a:t>
            </a:r>
          </a:p>
          <a:p>
            <a:r>
              <a:t>A LGPD (Lei Geral de Proteção de Dados) exige cuidado com dados pessoais; guardar CPF ou dado de saúde no navegador é má prática.</a:t>
            </a:r>
          </a:p>
          <a:p>
            <a:r>
              <a:t>O limite costuma ser por volta de 5 MB por site. Para dados maiores existe o IndexedDB, que fica fora do escopo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Tudo vira texto?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'string'. O 10 foi guardado como '10'. Para usar como número: Number(localStorage.getItem('n')).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Prática. Podem trabalhar em duplas. Os três desafios vão juntar tudo o que vimos nas quatro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esperada: constructor(nome, preco, estoque) com this.nome, this.preco, this.estoque; disponivel() { return this.estoque &gt; 0 }; comDesconto(pct = 10) { return this.preco * (1 - pct / 100) }.</a:t>
            </a:r>
          </a:p>
          <a:p>
            <a:r>
              <a:t>Aproveitar para relembrar o parâmetro padrão da aula de funções.</a:t>
            </a:r>
          </a:p>
          <a:p>
            <a:r>
              <a:t>Bônus: produtos.filter(p =&gt; p.disponivel()).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Fazer num arquivo app.js ligado a um index.html (o localStorage é por site; no Live Server, é por endereço e porta).</a:t>
            </a:r>
          </a:p>
          <a:p>
            <a:r>
              <a:t>salvar: localStorage.setItem('contatos', JSON.stringify(lista)).</a:t>
            </a:r>
          </a:p>
          <a:p>
            <a:r>
              <a:t>carregar: try { return JSON.parse(localStorage.getItem('contatos')) ?? [] } catch { return [] }.</a:t>
            </a:r>
          </a:p>
          <a:p>
            <a:r>
              <a:t>Por que o ?? []: na primeira vez não há nada salvo, getItem devolve null, JSON.parse(null) devolve null, e o ?? transforma em lista vazia.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 o que chega de uma API: um texto JSON com um array de objetos.</a:t>
            </a:r>
          </a:p>
          <a:p>
            <a:r>
              <a:t>Solução: JSON.parse(texto).map(a =&gt; ({ nome: a.nome, media: a.notas.reduce((s, n) =&gt; s + n, 0) / a.notas.length })).</a:t>
            </a:r>
          </a:p>
          <a:p>
            <a:r>
              <a:t>Atenção aos parênteses em volta do objeto na arrow (regra vista em 07/10).</a:t>
            </a:r>
          </a:p>
          <a:p>
            <a:r>
              <a:t>Ana: (8 + 9 + 7) / 3 = 8. Bia: (6 + 5 + 8) / 3 = 6.33.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perguntar como o carrinho de uma loja usa as três ideias do dia (objeto para cada item, JSON para salvar, localStorage para sobreviver ao 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Próxima aula (28/10): DOM, com seleção, criação e alteração de elementos e renderização de listas a partir de dados.</a:t>
            </a:r>
          </a:p>
          <a:p>
            <a:r>
              <a:t>É onde tudo se junta: os arrays de objetos das últimas aulas vão virar elementos na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aula_21.10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4 · objetos e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21/10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Objetos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Copiar e percorrer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Guardar no navegador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Mão na massa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Como guardar um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aluno inteiro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numa variável só?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Dados com nome e sobrenome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023359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Objeto agrupa os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dados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uma mesma coisa, cada um com um nome.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02335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Chave: valor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, com vírgula entre os pares.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623060"/>
            <a:ext cx="3840480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769364"/>
            <a:ext cx="3520440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aluno =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nome: 'Ana',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matricula: '2026ADS01',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curso: 'ADS',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notas: [8, 9.5, 7],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ativo: true,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Toda tela de perfil é um objeto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Perfil do aluno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Ana Souza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Matrícula 2026ADS01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514599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606039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Curso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606039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53511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Média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2953511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8,2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00983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Situação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3300983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Ativa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Cada campo da tela é uma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chave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do objeto.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front-end só desenha o que o objeto 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621024"/>
            <a:ext cx="3703320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aluno.nome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'Ana'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aluno.curso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'ADS'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aluno.ativo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Ler, criar, mudar e apagar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i="0">
                <a:solidFill>
                  <a:srgbClr val="1E2B16"/>
                </a:solidFill>
                <a:latin typeface="Courier New"/>
              </a:rPr>
              <a:t>.nome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307592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636776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jeito comum: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aluno.nome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i="0">
                <a:solidFill>
                  <a:srgbClr val="1E2B16"/>
                </a:solidFill>
                <a:latin typeface="Courier New"/>
              </a:rPr>
              <a:t>['x']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119122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Colchetes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448306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chave numa variável: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aluno[campo]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930651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Criar ou mudar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259835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aluno.email = 'ana@ifpe.br'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742182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Apagar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071365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delete aluno.ativo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Acessar sem quebrar: ?.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005840"/>
          </a:xfrm>
          <a:prstGeom prst="roundRect">
            <a:avLst>
              <a:gd name="adj" fmla="val 5454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aluno.endereco.cidade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TypeError: Cannot read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properties of undefined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59"/>
            <a:ext cx="352043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campo faltando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derruba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tudo.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aluno.endereco?.cidade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undefined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aluno.endereco?.cidade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?? 'Não informada'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?.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para no primeiro vazio;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??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dá o padrão.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p = { nome: 'Ana', idade: 20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p.Nome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'Ana'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'nome'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p = { nome: 'Ana', idade: 20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p.Nome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'Ana'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undefined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'nome'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Copiar e percorrer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pegadinha da referência, agora com objetos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Spread também copia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objetos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, e ainda troca campos no caminho.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Sem o spread,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bia = aluno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seria 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mesmo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objeto.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23060"/>
            <a:ext cx="3657600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69364"/>
            <a:ext cx="3337560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bia =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...aluno,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nome: 'Bia',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aluno.nome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'Ana'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bia.curso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'ADS'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Cópia rasa × profunda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c = { ...aluno 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c.notas.push(10)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aluno.notas mudou!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79"/>
            <a:ext cx="35204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Spread copia só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o primeiro nível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c =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structuredClone(aluno)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c.notas.push(10)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aluno intacto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structuredClone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copia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tudo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Percorrer um objeto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276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Object.keys(obj)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95681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array com as chaves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49631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Object.values(obj)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82549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array com os valores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entries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36499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Object.entries(obj)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9417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array de pares [chave, valor]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1889759"/>
            <a:ext cx="342900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036064"/>
            <a:ext cx="3108960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for (const [k, v] of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Object.entries(aluno))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console.log(`${k}: ${v}`)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nome: Ana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curso: ADS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a = { n: 1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b = { ...a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b.n = 2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console.log(a.n)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a = { n: 1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b = { ...a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b.n = 2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console.log(a.n)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758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molde para criar muitos objetos iguais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E se a turma tiver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40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alunos?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Classe é a forma, objeto é o bolo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49780"/>
            <a:ext cx="3749039" cy="2164080"/>
          </a:xfrm>
          <a:prstGeom prst="roundRect">
            <a:avLst>
              <a:gd name="adj" fmla="val 253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6084"/>
            <a:ext cx="3428999" cy="1871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class Aluno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constructor(nome, curso)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this.nome = nome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this.curso = curso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ana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new Aluno('Ana', 'ADS')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A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classe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a forma de bolo.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Cada </a:t>
            </a:r>
            <a:r>
              <a:rPr sz="2000" b="1" i="0">
                <a:solidFill>
                  <a:srgbClr val="1E2B16"/>
                </a:solidFill>
                <a:latin typeface="Courier New"/>
              </a:rPr>
              <a:t>new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assa um bolo novo, com o seu sabor.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Anatomia de uma classe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07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Nome com maiúscula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367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Aluno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Produto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Pedido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constr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1912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constructor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4830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roda a cada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93065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5983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objeto que está sendo criado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fn()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4218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Métodos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7136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que o objeto sabe fazer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1455420"/>
            <a:ext cx="3429000" cy="2987040"/>
          </a:xfrm>
          <a:prstGeom prst="roundRect">
            <a:avLst>
              <a:gd name="adj" fmla="val 18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1601723"/>
            <a:ext cx="3108960" cy="2694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class Aluno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constructor(nome, curso)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this.nome = nome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this.curso = curso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apresentar()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return `Sou ${this.nome}`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ana =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new Aluno('Ana', 'ADS')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ana.apresentar() </a:t>
            </a:r>
            <a:r>
              <a:rPr sz="1300" b="1">
                <a:solidFill>
                  <a:srgbClr val="99CB38"/>
                </a:solidFill>
                <a:latin typeface="Courier New"/>
              </a:rPr>
              <a:t>// 'Sou Ana'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Você já usa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new Date()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data e hora de agora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new URL(link)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quebra um link em partes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new Set(lista)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lista sem itens repetidos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new Error(msg)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erro com mensagem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Frameworks e TypeScript usam classes o tempo todo.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class Ponto {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constructor(x) { this.x = x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p = Ponto(3)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p.x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vale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TypeError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: faltou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é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vale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class Ponto {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constructor(x) { this.x = x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p = Ponto(3)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p.x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vale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TypeError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: faltou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new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758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é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vale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formato em que os dados viajam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E2B16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JSON é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texto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com cara de objeto: é assim que os dados viajam.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Aspas duplas nas chaves. Sem funções, sem comentários.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3657600" cy="1920239"/>
          </a:xfrm>
          <a:prstGeom prst="roundRect">
            <a:avLst>
              <a:gd name="adj" fmla="val 285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37944"/>
            <a:ext cx="3337560" cy="162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{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"nome": "Ana",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"curso": "ADS",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"notas": [8, 9.5, 7],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"ativo": true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8340" y="685800"/>
            <a:ext cx="5227320" cy="2194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B2B2B"/>
                </a:solidFill>
                <a:latin typeface="Courier New"/>
              </a:rPr>
              <a:t>`Olá, ${cliente}!`</a:t>
            </a:r>
          </a:p>
          <a:p>
            <a:pPr algn="l"/>
            <a:r>
              <a:rPr sz="2600" b="1" i="0">
                <a:solidFill>
                  <a:srgbClr val="2B2B2B"/>
                </a:solidFill>
                <a:latin typeface="Courier New"/>
              </a:rPr>
              <a:t>→ 'Olá, [object Object]!'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Todo dev já mandou um e-mail assim pelo menos uma 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Confira no seu console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Arrumar e desfazer a mala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749039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428999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texto =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JSON.stringify(aluno)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objeto → texto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obj =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JSON.parse(texto)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texto → objeto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[=]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2B16"/>
                </a:solidFill>
                <a:latin typeface="Courier New"/>
              </a:rPr>
              <a:t>stringify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arruma a mala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: objeto vira texto para viajar.</a:t>
            </a:r>
          </a:p>
          <a:p>
            <a:pPr algn="l"/>
            <a:r>
              <a:rPr sz="2000" b="1" i="0">
                <a:solidFill>
                  <a:srgbClr val="1E2B16"/>
                </a:solidFill>
                <a:latin typeface="Courier New"/>
              </a:rPr>
              <a:t>parse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desfaz a mala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: texto vira objeto de novo.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CEP de Palmares em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viacep.com.br/ws/55540000/json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75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  "cep": "55540-000",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68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  "localidade": "Palmares",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6090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  "uf": "PE",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53511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  "ddd": "81"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4611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2133599"/>
          </a:xfrm>
          <a:prstGeom prst="roundRect">
            <a:avLst>
              <a:gd name="adj" fmla="val 2571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1767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Toda API responde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texto JSON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Em 11/11 vamos buscar este CEP de verdade com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fetch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688080"/>
            <a:ext cx="4023360" cy="838200"/>
          </a:xfrm>
          <a:prstGeom prst="roundRect">
            <a:avLst>
              <a:gd name="adj" fmla="val 654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834384"/>
            <a:ext cx="3703320" cy="545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dados = JSON.parse(texto)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dados.localidade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'Palmares'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que o JSON perde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07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367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somem no stringify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undef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1912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4830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 chave some junto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93065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Datas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5983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viram texto e não voltam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4218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Instâncias de classe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7136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voltam como objeto comum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03120"/>
            <a:ext cx="342900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249424"/>
            <a:ext cx="310896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JSON.stringify({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f: () =&gt; 1,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x: undefined,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n: 'Ana'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'{"n":"Ana"}'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JSON inválido derruba o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219200"/>
          </a:xfrm>
          <a:prstGeom prst="roundRect">
            <a:avLst>
              <a:gd name="adj" fmla="val 449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926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d = JSON.parse(texto)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texto quebrado?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SyntaxError e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o script para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50919"/>
            <a:ext cx="3520439" cy="8381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Dado de fora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nunca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é garantido.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try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 d = JSON.parse(texto)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catch (erro)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console.error(erro)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try/catch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segura o erro e o app segue.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Quanto dá?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JSON.parse('{"a": 1}').a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'11'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Quanto dá?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JSON.parse('{"a": 1}').a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'11'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Guardar no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localStorage: dados que sobrevivem ao F5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localStorage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guarda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texto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no navegador, mesmo depois de fechar.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Veja em DevTools › Application › Local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76400"/>
            <a:ext cx="3931920" cy="1950720"/>
          </a:xfrm>
          <a:prstGeom prst="roundRect">
            <a:avLst>
              <a:gd name="adj" fmla="val 281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822703"/>
            <a:ext cx="3611879" cy="1658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localStorage.setItem('tema',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'escuro')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localStorage.getItem('tema')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'escuro'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localStorage.removeItem('tema')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Só guarda texto: use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158240"/>
          </a:xfrm>
          <a:prstGeom prst="roundRect">
            <a:avLst>
              <a:gd name="adj" fmla="val 47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865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localStorage.setItem(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'aluno', aluno)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localStorage.getItem('aluno')</a:t>
            </a:r>
          </a:p>
          <a:p>
            <a:r>
              <a:rPr sz="1300" b="1">
                <a:solidFill>
                  <a:srgbClr val="C9D3C0"/>
                </a:solidFill>
                <a:latin typeface="Courier New"/>
              </a:rPr>
              <a:t>// '[object Object]'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89960"/>
            <a:ext cx="3520439" cy="8991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objeto virou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[object Object]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356360"/>
          </a:xfrm>
          <a:prstGeom prst="roundRect">
            <a:avLst>
              <a:gd name="adj" fmla="val 4044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063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localStorage.setItem('aluno',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JSON.stringify(aluno))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JSON.parse(localStorage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.getItem('aluno'))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{ nome: 'Ana', ...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688080"/>
            <a:ext cx="3520439" cy="701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JSON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na ida,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JSON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na volta.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carrinho que sobrevive ao F5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loja.com/carrinho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Seu carrinho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2194560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42032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542032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R$ 4,50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2935223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02666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salvo neste navegador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1280160"/>
            <a:ext cx="4023360" cy="2133599"/>
          </a:xfrm>
          <a:prstGeom prst="roundRect">
            <a:avLst>
              <a:gd name="adj" fmla="val 2571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463039"/>
            <a:ext cx="3566160" cy="1767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O carrinho que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continua lá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depois do F5 usa localStorage.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Tema escuro e rascunho também.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688080"/>
            <a:ext cx="4023360" cy="838200"/>
          </a:xfrm>
          <a:prstGeom prst="roundRect">
            <a:avLst>
              <a:gd name="adj" fmla="val 654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834384"/>
            <a:ext cx="3703320" cy="545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tema = localStorage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.getItem('tema') ?? 'claro'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atenção!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que NÃO guardar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307592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Senhas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636776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nunca, em hipótese nenhuma</a:t>
            </a:r>
          </a:p>
        </p:txBody>
      </p:sp>
      <p:sp>
        <p:nvSpPr>
          <p:cNvPr id="15" name="Oval 14"/>
          <p:cNvSpPr/>
          <p:nvPr/>
        </p:nvSpPr>
        <p:spPr>
          <a:xfrm>
            <a:off x="1188719" y="1234439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1374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3741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tk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119122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Tokens de acesso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448306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qualquer script da página lê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48939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489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cpf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930651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Dados pessoais sensíveis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259835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CPF, saúde, endereço (LGPD)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6047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047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5MB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42182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Muita coisa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71365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limite é de poucos megabytes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localStorage.setItem('n', 10)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typeof localStorage.getItem('n')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'string'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'object'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'undefined'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localStorage.setItem('n', 10)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typeof localStorage.getItem('n')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'string'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'object'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'undefined'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Três desafios com entrega no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Classe Produto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Produto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nome, preço e estoque.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Método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disponivel()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: estoque maior que 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Método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comDesconto(pct)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3 produtos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new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guarde os 3 num array e use </a:t>
            </a:r>
            <a:r>
              <a:rPr sz="1800" b="1" i="0">
                <a:solidFill>
                  <a:srgbClr val="4E6730"/>
                </a:solidFill>
                <a:latin typeface="Courier New"/>
              </a:rPr>
              <a:t>filter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class Produto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acai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new Produto('Açaí', 18, 5)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acai.disponivel()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true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acai.comDesconto(10)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16.2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Agenda que não esquece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Monte um array de contatos (objetos).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Salve no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localStorage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Recarregue a página (F5).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Leia de volta e mostre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console.table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</a:t>
            </a:r>
            <a:r>
              <a:rPr sz="1800" b="1" i="0">
                <a:solidFill>
                  <a:srgbClr val="4E6730"/>
                </a:solidFill>
                <a:latin typeface="Courier New"/>
              </a:rPr>
              <a:t>carregar()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 à prova de erro.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contatos = 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'Ana', tel: '9999'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salvar(lista) {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carregar() {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F5 e os dados continuam!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Boletim em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Converta o texto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JSON.parse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Calcule a média de cada aluno.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map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reduce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(aula passada).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Mostre o resultado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console.table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os três desafios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texto = `[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{"nome":"Ana","notas":[8,9,7]},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{"nome":"Bia","notas":[6,5,8]}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]`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Ana: 8.0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Bia: 6.3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Objetos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agrupam dados;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classes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são o molde.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JSON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é texto: stringify na ida, parse na volta.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localStorage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guarda texto, e nada sensível.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DOM: a página nas suas mãos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28/10 · live coding e prática guiada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Revise: arrays e objetos (14 e 21/10)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