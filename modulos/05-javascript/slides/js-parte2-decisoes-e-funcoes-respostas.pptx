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7" r:id="rId38"/>
    <p:sldId id="298" r:id="rId39"/>
    <p:sldId id="303" r:id="rId50"/>
    <p:sldId id="304" r:id="rId51"/>
    <p:sldId id="299" r:id="rId40"/>
    <p:sldId id="305" r:id="rId52"/>
    <p:sldId id="306" r:id="rId53"/>
    <p:sldId id="300" r:id="rId41"/>
    <p:sldId id="307" r:id="rId54"/>
    <p:sldId id="308" r:id="rId55"/>
    <p:sldId id="301" r:id="rId42"/>
    <p:sldId id="302" r:id="rId43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19" d="100"/>
          <a:sy n="119" d="100"/>
        </p:scale>
        <p:origin x="41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49" Type="http://schemas.microsoft.com/office/2016/11/relationships/changesInfo" Target="changesInfos/changesInfo1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iago Araujo" userId="c1f1993b7930f888" providerId="LiveId" clId="{FA7E271A-FC95-4D77-AF09-2F324526F2F6}"/>
    <pc:docChg chg="delSld">
      <pc:chgData name="Thiago Araujo" userId="c1f1993b7930f888" providerId="LiveId" clId="{FA7E271A-FC95-4D77-AF09-2F324526F2F6}" dt="2026-10-05T23:51:59.963" v="4" actId="47"/>
      <pc:docMkLst>
        <pc:docMk/>
      </pc:docMkLst>
      <pc:sldChg chg="del">
        <pc:chgData name="Thiago Araujo" userId="c1f1993b7930f888" providerId="LiveId" clId="{FA7E271A-FC95-4D77-AF09-2F324526F2F6}" dt="2026-10-05T23:35:17.946" v="0" actId="47"/>
        <pc:sldMkLst>
          <pc:docMk/>
          <pc:sldMk cId="0" sldId="258"/>
        </pc:sldMkLst>
      </pc:sldChg>
      <pc:sldChg chg="del">
        <pc:chgData name="Thiago Araujo" userId="c1f1993b7930f888" providerId="LiveId" clId="{FA7E271A-FC95-4D77-AF09-2F324526F2F6}" dt="2026-10-05T23:35:18.897" v="1" actId="47"/>
        <pc:sldMkLst>
          <pc:docMk/>
          <pc:sldMk cId="0" sldId="259"/>
        </pc:sldMkLst>
      </pc:sldChg>
      <pc:sldChg chg="del">
        <pc:chgData name="Thiago Araujo" userId="c1f1993b7930f888" providerId="LiveId" clId="{FA7E271A-FC95-4D77-AF09-2F324526F2F6}" dt="2026-10-05T23:37:53.972" v="2" actId="47"/>
        <pc:sldMkLst>
          <pc:docMk/>
          <pc:sldMk cId="0" sldId="267"/>
        </pc:sldMkLst>
      </pc:sldChg>
      <pc:sldChg chg="del">
        <pc:chgData name="Thiago Araujo" userId="c1f1993b7930f888" providerId="LiveId" clId="{FA7E271A-FC95-4D77-AF09-2F324526F2F6}" dt="2026-10-05T23:45:23.296" v="3" actId="47"/>
        <pc:sldMkLst>
          <pc:docMk/>
          <pc:sldMk cId="0" sldId="287"/>
        </pc:sldMkLst>
      </pc:sldChg>
      <pc:sldChg chg="del">
        <pc:chgData name="Thiago Araujo" userId="c1f1993b7930f888" providerId="LiveId" clId="{FA7E271A-FC95-4D77-AF09-2F324526F2F6}" dt="2026-10-05T23:51:59.963" v="4" actId="47"/>
        <pc:sldMkLst>
          <pc:docMk/>
          <pc:sldMk cId="0" sldId="293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546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Segunda aula do bloco de JavaScript. Plano de ensino: condicionais, laços de repetição, funções e arrow functions; escopo.</a:t>
            </a:r>
          </a:p>
          <a:p>
            <a:r>
              <a:t>Estratégia do dia: live coding na primeira metade e resolução de problemas em duplas na segunda. Pedir que já sentem em duplas.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Os cinco primeiros blocos são conteúdo com live coding; o sexto é a prática em duplas, com entrega no Classroom.</a:t>
            </a:r>
          </a:p>
          <a:p>
            <a:r>
              <a:t>Hoje o código começa a tomar decisões e a se organizar em funções: é aqui que JavaScript vira programação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Deixar a turma responder. Alguém vai dizer: "verifica se tem saldo".</a:t>
            </a:r>
          </a:p>
          <a:p>
            <a:r>
              <a:t>Exato: SE o saldo for maior ou igual ao valor, envia; SENÃO, avisa. Programar é, em grande parte, escrever essas decisões.</a:t>
            </a:r>
          </a:p>
          <a:p>
            <a:r>
              <a:t>Outros exemplos: o app de delivery que só libera o pedido acima do valor mínimo, o site que pede CPF só para maiores de 18, o jogo que dá game over quando a vida chega a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Primeiro bloco. Live coding em arquivo app.js ligado ao index.html (o mesmo esquema da aula passada).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Estrutura: if (condição) { bloco se verdadeiro } else { bloco se falso }. O else é opcional.</a:t>
            </a:r>
          </a:p>
          <a:p>
            <a:r>
              <a:t>A condição é qualquer expressão: o JS converte o resultado para boolean. Por isso os valores falsy da aula passada importam: if (nome) é falso quando nome é string vazia.</a:t>
            </a:r>
          </a:p>
          <a:p>
            <a:r>
              <a:t>Live coding: trocar saldo para 100 e rodar de novo. Pedir que a turma preveja a saída antes.</a:t>
            </a:r>
          </a:p>
          <a:p>
            <a:r>
              <a:t>Boa prática: sempre usar chaves, mesmo com uma linha só.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Ligar com o mundo real: a regra de negócio de qualquer sistema é, no fundo, um conjunto de condições.</a:t>
            </a:r>
          </a:p>
          <a:p>
            <a:r>
              <a:t>Pedir para a turma listar outras decisões de apps que usam: limite do cartão, frete grátis acima de um valor, idade mínima para cadastro.</a:t>
            </a:r>
          </a:p>
          <a:p>
            <a:r>
              <a:t>As funções pagar() e avisarSemSaldo() são ilustrativas: funções são o bloco 3 de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 JS testa de cima para baixo e executa só o primeiro bloco verdadeiro; o resto é ignorado.</a:t>
            </a:r>
          </a:p>
          <a:p>
            <a:r>
              <a:t>Por isso a ordem importa: testar do maior para o menor. Pergunta para a turma: o que acontece se eu testar nota &gt;= 6 primeiro? (Todo mundo com 9 ganharia C.)</a:t>
            </a:r>
          </a:p>
          <a:p>
            <a:r>
              <a:t>Live coding: pedir uma nota para a turma e seguir o caminho em voz alta.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Operador ternário: condição ? valorSeVerdadeiro : valorSeFalso.</a:t>
            </a:r>
          </a:p>
          <a:p>
            <a:r>
              <a:t>Use quando a decisão só escolhe entre dois valores. Para lógica com várias linhas, continue com if/else.</a:t>
            </a:r>
          </a:p>
          <a:p>
            <a:r>
              <a:t>Evitar ternário dentro de ternário: fica ilegível.</a:t>
            </a:r>
          </a:p>
          <a:p>
            <a:r>
              <a:t>Muito usado em template literals: `Você tem ${qtd} ${qtd === 1 ? 'item' : 'itens'}`.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switch é uma alternativa ao else if quando todas as comparações são com o mesmo valor. Pensem no menu do caixa eletrônico ou da central telefônica: digite 1 para saldo, 2 para extrato.</a:t>
            </a:r>
          </a:p>
          <a:p>
            <a:r>
              <a:t>O switch compara com === (valor e tipo). case '1' não casa com o número 1.</a:t>
            </a:r>
          </a:p>
          <a:p>
            <a:r>
              <a:t>Sem break, a execução "cai" no caso seguinte (fall-through). Mostrar ao vivo tirando um break.</a:t>
            </a:r>
          </a:p>
          <a:p>
            <a:r>
              <a:t>default é o else do switch.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Voto com os dedos.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B. 'fica'. 17 &gt;= 18 é false, então o ternário devolve o valor depois dos dois-pontos.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Segundo bloco. Pergunta de abertura: como vocês mostrariam os números de 1 a 1000 no console? Ninguém vai querer escrever mil console.log.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Laço (loop) é a segunda estrutura de controle do dia. Com if o código escolhe; com laços ele repete.</a:t>
            </a:r>
          </a:p>
          <a:p>
            <a:r>
              <a:t>Exemplos reais: enviar a mesma notificação para todos os alunos da turma, somar os itens de um carrinho, tentar a senha até 3 vezes.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Ler o for em voz alta: "começando com i valendo 0; enquanto i for menor que 5; somando 1 a cada volta".</a:t>
            </a:r>
          </a:p>
          <a:p>
            <a:r>
              <a:t>Simular no quadro a tabela de valores de i: 0, 1, 2, 3, 4 e, quando i chega a 5, a condição falha e o laço termina.</a:t>
            </a:r>
          </a:p>
          <a:p>
            <a:r>
              <a:t>i é convenção para "índice". Começar em 0 é o padrão porque listas em JS começam na posição 0 (veremos em 14/10).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for: número de repetições conhecido (de 1 a 10, 5 tentativas).</a:t>
            </a:r>
          </a:p>
          <a:p>
            <a:r>
              <a:t>while: não sei quantas vezes; repito enquanto algo for verdade (enquanto a senha estiver errada, enquanto houver saldo).</a:t>
            </a:r>
          </a:p>
          <a:p>
            <a:r>
              <a:t>for...of: percorrer os itens de uma lista, sem me preocupar com índice. É o mais legível para listas.</a:t>
            </a:r>
          </a:p>
          <a:p>
            <a:r>
              <a:t>break sai do laço; continue pula para a próxima volta.</a:t>
            </a:r>
          </a:p>
          <a:p>
            <a:r>
              <a:t>Existe ainda o do...while, que executa pelo menos uma vez; é raro no dia a dia.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Primeiro contato com listas (arrays), que são o tema da aula de 14/10. Aqui basta saber que [18, 4.5, 6] guarda vários valores em ordem.</a:t>
            </a:r>
          </a:p>
          <a:p>
            <a:r>
              <a:t>Padrão acumulador: uma variável let começa em 0 e recebe += a cada volta. Aparece em todo lugar: total de carrinho, soma de notas, contagem de aprovados.</a:t>
            </a:r>
          </a:p>
          <a:p>
            <a:r>
              <a:t>Live coding: adicionar um quarto preço e ver o total mudar sozinho.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Laço infinito: a condição nunca fica falsa, e a aba do navegador trava.</a:t>
            </a:r>
          </a:p>
          <a:p>
            <a:r>
              <a:t>Se acontecer: fechar a aba (ou o Gerenciador de tarefas do navegador, Shift+Esc no Chrome) e corrigir o código.</a:t>
            </a:r>
          </a:p>
          <a:p>
            <a:r>
              <a:t>Checklist de todo laço: onde começa? Qual a condição de parada? O que muda a cada volta?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Voto com os dedos. Pedir para fazerem a tabela de i no caderno.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B. i vale 1, 2 e 3 (o &lt;= inclui o 3); cada volta imprime o dobro: 2, 4,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Terceiro bloco e o mais importante do dia. Funções são o jeito de organizar o código em partes reutilizáveis.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Analogia da receita: os parâmetros são os ingredientes, o corpo é o modo de preparo e o return é o prato pronto.</a:t>
            </a:r>
          </a:p>
          <a:p>
            <a:r>
              <a:t>Você já usa funções desde a aula passada: console.log(), Number(), toUpperCase(). Hoje vamos criar as nossas.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Nome de função: verbo no infinitivo ou que descreva a ação (calcularMedia, formatarPreco, validarCpf).</a:t>
            </a:r>
          </a:p>
          <a:p>
            <a:r>
              <a:t>Parâmetros são variáveis que só existem dentro da função. Argumentos são os valores reais passados na chamada (7 e 9).</a:t>
            </a:r>
          </a:p>
          <a:p>
            <a:r>
              <a:t>return encerra a função e devolve o valor. O que vem depois do return não é executado.</a:t>
            </a:r>
          </a:p>
          <a:p>
            <a:r>
              <a:t>Declarar a função não executa nada. Ela só roda quando é chamada, com os parênteses.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DRY: Don't Repeat Yourself, um princípio clássico da engenharia de software.</a:t>
            </a:r>
          </a:p>
          <a:p>
            <a:r>
              <a:t>Cenário: a coordenação decide que a média passa a ter pesos diferentes. Com o código copiado, você precisa achar e trocar em todos os lugares (e sempre esquece um). Com a função, troca em um lugar.</a:t>
            </a:r>
          </a:p>
          <a:p>
            <a:r>
              <a:t>Sinal de alerta: se você copiou e colou um trecho pela terceira vez, ele quer virar função.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Parâmetro padrão (default parameter, ES6): se o argumento não for passado, ou for undefined, usa o valor definido.</a:t>
            </a:r>
          </a:p>
          <a:p>
            <a:r>
              <a:t>Live coding: chamar comDesconto(30), comDesconto(30, 50) e comDesconto(30, 0). Perguntar: o 0 funciona? (Sim: o padrão só entra com undefined, parecido com o ?? da aula passada.)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Erro número 1 de quem está aprendendo funções. console.log só mostra no console; o valor não sai da função.</a:t>
            </a:r>
          </a:p>
          <a:p>
            <a:r>
              <a:t>Toda função sem return devolve undefined.</a:t>
            </a:r>
          </a:p>
          <a:p>
            <a:r>
              <a:t>Teste rápido: se você precisa usar o resultado depois (guardar numa variável, somar, mostrar na página), a função precisa de return.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Quarto bloco. Arrow functions chegaram no ES6 (2015) e hoje são a forma mais comum de escrever funções pequenas.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Live coding: transformar a função clássica em arrow, passo a passo, na frente da turma.</a:t>
            </a:r>
          </a:p>
          <a:p>
            <a:r>
              <a:t>1) Tira a palavra function, guarda a função numa const e coloca a seta =&gt; depois dos parâmetros.</a:t>
            </a:r>
          </a:p>
          <a:p>
            <a:r>
              <a:t>2) Se o corpo é só um return, tira as chaves e o return: o retorno fica implícito.</a:t>
            </a:r>
          </a:p>
          <a:p>
            <a:r>
              <a:t>3) Com um único parâmetro, os parênteses são opcionais (muitos times preferem manter sempre).</a:t>
            </a:r>
          </a:p>
          <a:p>
            <a:r>
              <a:t>Obs.: no console, declarar const dobro três vezes dá erro; testar cada forma com um nome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Exemplos para o quadro: const ola = () =&gt; 'oi'; const soma = (a, b) =&gt; a + b; const criar = nome =&gt; ({ nome, ativo: true }).</a:t>
            </a:r>
          </a:p>
          <a:p>
            <a:r>
              <a:t>Por que parênteses no objeto: sem eles, o JS acha que as chaves são o bloco da função.</a:t>
            </a:r>
          </a:p>
          <a:p>
            <a:r>
              <a:t>Diferença mais profunda (fica para depois): arrow functions não têm this próprio. Isso importa com classes e eventos; veremos na hora certa.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Checkpoint que junta arrow function com a coerção da aula passada.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B. '23'. A arrow devolve a + b, e com uma string no meio o + concatena.</a:t>
            </a:r>
          </a:p>
          <a:p>
            <a:r>
              <a:t>Gancho: é exatamente o tipo de erro que o TypeScript pega antes de rodar.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Quinto bloco. Escopo explica muitos erros "misteriosos" do tipo ReferenceError.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Escopo é a região do código onde uma variável existe.</a:t>
            </a:r>
          </a:p>
          <a:p>
            <a:r>
              <a:t>Escopo global: declarada fora de tudo, visível em todo lugar (cidade).</a:t>
            </a:r>
          </a:p>
          <a:p>
            <a:r>
              <a:t>Escopo de função e de bloco: declarada dentro de { }, só existe ali dentro (quarto).</a:t>
            </a:r>
          </a:p>
          <a:p>
            <a:r>
              <a:t>De dentro, o código enxerga para fora (sobe a cadeia de escopos); de fora, não enxerga para dentro.</a:t>
            </a:r>
          </a:p>
          <a:p>
            <a:r>
              <a:t>Boa prática: declarar cada variável no menor escopo possível. Menos global, menos surpresa.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Promessa da aula passada: por que var é legado.</a:t>
            </a:r>
          </a:p>
          <a:p>
            <a:r>
              <a:t>var só respeita o escopo de função; blocos de if e for não o seguram. Isso causa bugs como variáveis de um laço vazando para o resto do código.</a:t>
            </a:r>
          </a:p>
          <a:p>
            <a:r>
              <a:t>let e const (ES6) respeitam qualquer bloco { }. O ReferenceError do lado direito é o comportamento desejado: a variável não deveria existir ali fora.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Último checkpoint antes da prática.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A. 1. O let x = 2 cria outra variável, que só existe dentro do bloco do if. Fora dele, vale o x de fora.</a:t>
            </a:r>
          </a:p>
          <a:p>
            <a:r>
              <a:t>Se fosse var x = 2, o resultado seria 2, porque var "vaza" e sobrescreve.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Segunda metade da aula. Formar as duplas (de preferência misturando quem tem mais e menos experiência).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Pair programming é prática real de empresas (vem do Extreme Programming, anos 1990) e é usada em entrevistas técnicas.</a:t>
            </a:r>
          </a:p>
          <a:p>
            <a:r>
              <a:t>Piloto: está no teclado e narra o que faz. Navegador: não digita; lê, aponta erro, pensa no caso de teste seguinte.</a:t>
            </a:r>
          </a:p>
          <a:p>
            <a:r>
              <a:t>Cronometrar as trocas a cada 10 minutos. Eu circulo pela sala.</a:t>
            </a:r>
          </a:p>
          <a:p>
            <a:r>
              <a:t>Uso de IA: hoje não. O objetivo é treinar o raciocínio; na aula de 25/11 vamos discutir o uso crítico de assistentes de 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Solução esperada: return n % 2 === 0 ? 'par' : 'ímpar'.</a:t>
            </a:r>
          </a:p>
          <a:p>
            <a:r>
              <a:t>Pegadinha interessante: quem testar n % 2 === 1 para ímpar vai errar com negativos, porque -3 % 2 dá -1 em JavaScript. Deixar descobrirem testando com -3.</a:t>
            </a:r>
          </a:p>
          <a:p>
            <a:r>
              <a:t>Bônus: combinar com if/else if/else para positivo, negativo e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Solução esperada: for (let i = 1; i &lt;= 10; i++) { console.log(`${n} x ${i} = ${n * i}`) }.</a:t>
            </a:r>
          </a:p>
          <a:p>
            <a:r>
              <a:t>Erro comum: i &lt; 10, que para no 9. Bom momento para relembrar o checkpoint do for.</a:t>
            </a:r>
          </a:p>
          <a:p>
            <a:r>
              <a:t>Bônus: const tabuada = (n, ate = 10) =&gt; { ... 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Desafio mais difícil, junta tudo: função, if, laço e acumulador.</a:t>
            </a:r>
          </a:p>
          <a:p>
            <a:r>
              <a:t>Caminho sugerido: primeiro validar (valor % 10 !== 0 ou valor &lt;= 0 → inválido). Depois, para cada nota (for...of), usar while (valor &gt;= nota) para contar quantas cabem e subtrair.</a:t>
            </a:r>
          </a:p>
          <a:p>
            <a:r>
              <a:t>Alternativa sem laço interno: Math.floor(valor / nota) e valor % nota.</a:t>
            </a:r>
          </a:p>
          <a:p>
            <a:r>
              <a:t>Quem não quiser usar a lista pode repetir o mesmo bloco para 100, 50, 20 e 10; depois mostrar como o laço elimina essa repetição (DRY).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Fechamento: cada dupla diz em uma frase qual foi a parte mais difícil do desafio do caixa eletrônico.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Próxima aula (14/10): arrays e métodos funcionais (map, filter, reduce, find), desestruturação e spread/rest.</a:t>
            </a:r>
          </a:p>
          <a:p>
            <a:r>
              <a:t>A estratégia será sala de aula invertida: vocês leem o material antes (vou postar no Classroom a página da MDN sobre Array e um roteiro curto) e a aula fica para exercícios.</a:t>
            </a:r>
          </a:p>
          <a:p>
            <a:r>
              <a:t>Quem não ler vai sentir falta: combinado?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Versão noobie: correta e fácil de acompanhar, porque cada passo ganhou um nome (resto, ehPar, tipo).</a:t>
            </a:r>
          </a:p>
          <a:p>
            <a:r>
              <a:t>Ponto a elogiar: testar se o resto é 0 funciona para negativos. Quem testou n % 2 === 1 para ímpar erra com -3, porque -3 % 2 dá -1 em JavaScript.</a:t>
            </a:r>
          </a:p>
          <a:p>
            <a:r>
              <a:t>Ponto a melhorar: as variáveis intermediárias podem sumir quando a pessoa já lê o ternário com tranquilidade (próximo slide).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Versão "farmando aura": mesma lógica, mais enxuta, e já resolve o bônus.</a:t>
            </a:r>
          </a:p>
          <a:p>
            <a:r>
              <a:t>O zero é tratado antes com if e return: assim o ternário do sinal só precisa decidir entre positivo e negativo, sem ternário dentro de ternário (que a gente combinou evitar).</a:t>
            </a:r>
          </a:p>
          <a:p>
            <a:r>
              <a:t>O laço for...of sobre uma lista de testes é o mesmo formato do carrinho da aula: em vez de quatro console.log, um laço. O -3 entra de propósito, para provar que a pegadinha dos negativos foi evitada.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Versão noobie: segue o enunciado ao pé da letra (arrow, for de 1 a 10, template literal) e separa o cálculo da montagem do texto.</a:t>
            </a:r>
          </a:p>
          <a:p>
            <a:r>
              <a:t>Erro mais comum na sala: i &lt; 10, que para no 9. Mostrar que com &lt;= a última volta é a do 10.</a:t>
            </a:r>
          </a:p>
          <a:p>
            <a:r>
              <a:t>Um detalhe: a função só imprime e não devolve nada (retorna undefined), o que a próxima versão resolve.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Versão "farmando aura": faz o bônus (limite com parâmetro padrão, como o comDesconto da aula) e devolve o texto em vez de imprimir.</a:t>
            </a:r>
          </a:p>
          <a:p>
            <a:r>
              <a:t>Por que devolver é melhor: quem chama decide o que fazer com a tabuada (mostrar no console hoje, colocar na página quando chegarmos ao DOM, salvar). Lembrar o slide "console.log não é return".</a:t>
            </a:r>
          </a:p>
          <a:p>
            <a:r>
              <a:t>O texto += é o padrão acumulador do carrinho, só que com texto em vez de número. O \n dentro da string é o caractere de quebra de linha.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Versão noobie: tudo escrito passo a passo, uma nota por vez, imprimindo direto. Funciona: sacar(380) mostra 3 de 100, 1 de 50, 1 de 20 e 1 de 10, e sacar(15) avisa valor inválido.</a:t>
            </a:r>
          </a:p>
          <a:p>
            <a:r>
              <a:t>Truque que vale destacar: sem Math.floor (que não vimos), a conta (valor - resto) / nota dá a quantidade exata de notas, porque tirar o resto deixa um múltiplo da nota.</a:t>
            </a:r>
          </a:p>
          <a:p>
            <a:r>
              <a:t>Pontos a melhorar, que a próxima versão resolve: o mesmo bloco de três linhas aparece três vezes (o DRY da aula), notas zeradas aparecem ("0 de 50" em sacar(330)), valor zero ou negativo passa como válido, e a função só imprime.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Versão "farmando aura": percebe que os blocos da versão noobie são iguais e só muda a nota, e troca a repetição por um laço for...of sobre o array que já estava no enunciado.</a:t>
            </a:r>
          </a:p>
          <a:p>
            <a:r>
              <a:t>Também valida zero e negativo com ||, esconde as notas zeradas com um ternário e devolve o texto em vez de imprimir.</a:t>
            </a:r>
          </a:p>
          <a:p>
            <a:r>
              <a:t>Para mostrar a força do laço: perguntar o que muda se o banco passar a ter nota de 200. Na noobie, mais um bloco inteiro; aqui, só o array: [200, 100, 50, 20, 10].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94960" y="0"/>
            <a:ext cx="3749039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86104"/>
            <a:ext cx="2926080" cy="117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aula_07.10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ourier New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400" b="1" i="0">
                <a:solidFill>
                  <a:srgbClr val="99CB38"/>
                </a:solidFill>
                <a:latin typeface="Calibri"/>
              </a:rPr>
              <a:t>Parte 2 · decisões e funções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C9D3C0"/>
                </a:solidFill>
                <a:latin typeface="Calibri"/>
              </a:rPr>
              <a:t>Desenvolvimento de Sistemas Web · 07/10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Prof. Thiago Araújo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IFPE Campus Palmares · ADS 3º período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6824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mapa_da_aula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Mapa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544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Decisões: if e else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44240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424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4424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15544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Repetições: laços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48400" y="15087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48400" y="18288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fn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2800" y="15544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Funções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=&gt;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1546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Arrow functions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44424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24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44240" y="3429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8640" y="31546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Escopo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48400" y="31089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48400" y="342900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2x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3154680"/>
            <a:ext cx="1386840" cy="10515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Problemas em duplas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Como o app do banco decide se o seu Pix </a:t>
            </a:r>
            <a:r>
              <a:rPr sz="3600" b="1" i="0">
                <a:solidFill>
                  <a:srgbClr val="7C2BD0"/>
                </a:solidFill>
                <a:latin typeface="Calibri"/>
              </a:rPr>
              <a:t>passa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Decisões: if e else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 código escolhe um caminho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ourier New"/>
              </a:rPr>
              <a:t>if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executa um bloco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só se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a condição for verdadeira.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93192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A condição vira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true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ou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false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. Lembra dos falsy?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508760"/>
            <a:ext cx="3931920" cy="2286000"/>
          </a:xfrm>
          <a:prstGeom prst="roundRect">
            <a:avLst>
              <a:gd name="adj" fmla="val 24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37760" y="1655064"/>
            <a:ext cx="3611879" cy="19933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saldo = 50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valor = 80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if (saldo &gt;= valor)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console.log('Pix enviado!')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 else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console.log('Sem saldo')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Todo app decide com if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Banco · Pix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Saldo disponível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5740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4E6730"/>
                </a:solidFill>
                <a:latin typeface="Calibri"/>
              </a:rPr>
              <a:t>R$ 50,00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32888"/>
            <a:ext cx="347472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alibri"/>
              </a:rPr>
              <a:t>Valor do Pix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2779776"/>
            <a:ext cx="34747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6776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2779776"/>
            <a:ext cx="3291839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500" b="0" i="0">
                <a:solidFill>
                  <a:srgbClr val="2B2B2B"/>
                </a:solidFill>
                <a:latin typeface="Calibri"/>
              </a:rPr>
              <a:t>R$ 80,00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3255264"/>
            <a:ext cx="137160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3255264"/>
            <a:ext cx="13716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Enviar Pix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730752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1" i="0">
                <a:solidFill>
                  <a:srgbClr val="7C2BD0"/>
                </a:solidFill>
                <a:latin typeface="Calibri"/>
              </a:rPr>
              <a:t>Saldo insuficiente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1280160"/>
            <a:ext cx="4023360" cy="2133599"/>
          </a:xfrm>
          <a:prstGeom prst="roundRect">
            <a:avLst>
              <a:gd name="adj" fmla="val 2571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92040" y="1463039"/>
            <a:ext cx="3566160" cy="176783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Todo app toma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decisões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com base em dados.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Saldo, idade, estoque, senha: tudo passa por um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if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3688080"/>
            <a:ext cx="4023360" cy="838200"/>
          </a:xfrm>
          <a:prstGeom prst="roundRect">
            <a:avLst>
              <a:gd name="adj" fmla="val 654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46320" y="3834384"/>
            <a:ext cx="3703320" cy="5455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if (saldo &gt;= valor) pagar()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else avisarSemSaldo()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Várias saídas: else if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64592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64592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16276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Testa a primeira condição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956816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se for true, executa e para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5146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5146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else 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249631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Testa a próxima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2825496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só se a anterior falhou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8328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338328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else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336499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O que sobrou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694176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nenhuma condição foi true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257800" y="1783080"/>
            <a:ext cx="3429000" cy="2331720"/>
          </a:xfrm>
          <a:prstGeom prst="roundRect">
            <a:avLst>
              <a:gd name="adj" fmla="val 235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40680" y="1929384"/>
            <a:ext cx="3108960" cy="20391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if (nota &gt;= 9)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conceito = 'A'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 else if (nota &gt;= 7)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conceito = 'B'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 else if (nota &gt;= 6)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conceito = 'C'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 else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conceito = 'D'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Ternário: if que devolve valor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737360"/>
          </a:xfrm>
          <a:prstGeom prst="roundRect">
            <a:avLst>
              <a:gd name="adj" fmla="val 3157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14447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let status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if (media &gt;= 6)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status = 'aprovado'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 else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status = 'reprovado'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69079"/>
            <a:ext cx="3520439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Seis linhas e um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let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7589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status = media &gt;= 6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? 'aprovado'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: 'reprovado'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383279"/>
            <a:ext cx="352043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Uma expressão, direto num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const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023359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ourier New"/>
              </a:rPr>
              <a:t>switch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compara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um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valor com vários casos.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02335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Esqueceu o </a:t>
            </a:r>
            <a:r>
              <a:rPr sz="1800" b="1" i="0">
                <a:solidFill>
                  <a:srgbClr val="67766C"/>
                </a:solidFill>
                <a:latin typeface="Courier New"/>
              </a:rPr>
              <a:t>break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? Ele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continua</a:t>
            </a:r>
            <a:r>
              <a:rPr sz="1800" b="0" i="0">
                <a:solidFill>
                  <a:srgbClr val="67766C"/>
                </a:solidFill>
                <a:latin typeface="Calibri"/>
              </a:rPr>
              <a:t> no próximo caso.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1280160"/>
            <a:ext cx="3840480" cy="2743200"/>
          </a:xfrm>
          <a:prstGeom prst="roundRect">
            <a:avLst>
              <a:gd name="adj" fmla="val 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0" y="1426464"/>
            <a:ext cx="3520440" cy="245059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switch (opcao)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case '1':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console.log('Saldo')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break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case '2':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console.log('Extrato')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break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default: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console.log('Inválida')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o console mostra?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idade = 17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idade &gt;= 18 ? 'entra' : 'fica'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'entra'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'fica'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true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o console mostra?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idade = 17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idade &gt;= 18 ? 'entra' : 'fica'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'entra'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'fica'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true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Repetições: laços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Fazer de novo sem copiar e colar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Laço repete um bloco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enquanto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a condição for verdadeira.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O computador não cansa: 10 ou 10 mil vezes.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097280"/>
            <a:ext cx="2651760" cy="2651760"/>
          </a:xfrm>
          <a:prstGeom prst="roundRect">
            <a:avLst>
              <a:gd name="adj" fmla="val 2068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1097280"/>
            <a:ext cx="2651760" cy="2651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64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Anatomia do for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Início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88595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let i = 0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roda uma vez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183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717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7175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0" y="2084832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Condição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1750" y="2423160"/>
            <a:ext cx="188595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i &lt; 5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? Se false, sai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263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863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8630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6300" y="2084832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Corpo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6300" y="2423160"/>
            <a:ext cx="188595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executa o bloco { 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08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00850" y="13716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850" y="2084832"/>
            <a:ext cx="188595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Passo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850" y="2423160"/>
            <a:ext cx="1885950" cy="914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i++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 volta ao 2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5454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0080" y="3712463"/>
            <a:ext cx="7909560" cy="71323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for (let i = 0; i &lt; 5; i++)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console.log(`Volta ${i}`)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Volta 0, Volta 1 ... Volta 4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Qual laço usar?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74879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74879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71221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059686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sabe quantas vezes vai repetir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937759" y="174879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59" y="174879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ourier New"/>
              </a:rPr>
              <a:t>while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1712214"/>
            <a:ext cx="25603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while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059686"/>
            <a:ext cx="256031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repete enquanto a condição valer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5800" y="350901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5800" y="350901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of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37360" y="3472434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for...of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3819906"/>
            <a:ext cx="256032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visita cada item de uma lista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937759" y="3509010"/>
            <a:ext cx="82296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59" y="3509010"/>
            <a:ext cx="82296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brk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89320" y="3472434"/>
            <a:ext cx="256031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break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89320" y="3819906"/>
            <a:ext cx="2560319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sai do laço antes da hora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Somando o carrinho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loja.com/carrinho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Açaí 500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96896" y="1783080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R$ 18,00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130552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Coxinha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2130552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R$ 4,50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478024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Suco de caju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478024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R$ 6,00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5800" y="2871215"/>
            <a:ext cx="3474720" cy="0"/>
          </a:xfrm>
          <a:prstGeom prst="line">
            <a:avLst/>
          </a:prstGeom>
          <a:ln w="12700">
            <a:solidFill>
              <a:srgbClr val="C5D3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85800" y="2962656"/>
            <a:ext cx="2258568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96896" y="2962656"/>
            <a:ext cx="1563624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sz="1800" b="1" i="0">
                <a:solidFill>
                  <a:srgbClr val="2B2B2B"/>
                </a:solidFill>
                <a:latin typeface="Calibri"/>
              </a:rPr>
              <a:t>R$ 28,50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4285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92040" y="1463039"/>
            <a:ext cx="3566160" cy="9143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1" i="0">
                <a:solidFill>
                  <a:srgbClr val="1E2B16"/>
                </a:solidFill>
                <a:latin typeface="Courier New"/>
              </a:rPr>
              <a:t>for...of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visita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cada item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, um por vez.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O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let total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acumula a soma.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834639"/>
            <a:ext cx="402336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2980944"/>
            <a:ext cx="3703320" cy="1399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precos = [18, 4.5, 6]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let total = 0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for (const p of precos)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total += p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total: 28.5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laço que nunca acaba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2161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let i = 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while (i &lt; 3)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console.log(i)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trava a aba!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79"/>
            <a:ext cx="352043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Esqueceu de mudar o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i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2161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let i = 0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while (i &lt; 3)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console.log(i)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i++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840479"/>
            <a:ext cx="352043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Todo laço precisa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caminhar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até o fim.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for (let i = 1; i &lt;= 3; i++) {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  console.log(i * 2)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1 2 3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2 4 6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2 4 6 8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0 2 4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for (let i = 1; i &lt;= 3; i++) {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  console.log(i * 2)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1 2 3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2 4 6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2 4 6 8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0 2 4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Funções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Dar nome a um pedaço de lógica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4572000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Função é uma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receita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: recebe ingredientes e devolve um prato.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457200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Escreva uma vez, use quantas vezes quiser.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097280"/>
            <a:ext cx="2651760" cy="2651760"/>
          </a:xfrm>
          <a:prstGeom prst="roundRect">
            <a:avLst>
              <a:gd name="adj" fmla="val 2068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52160" y="1097280"/>
            <a:ext cx="2651760" cy="2651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7200" b="1" i="0">
                <a:solidFill>
                  <a:srgbClr val="1E2B16"/>
                </a:solidFill>
                <a:latin typeface="Courier New"/>
              </a:rPr>
              <a:t>fn</a:t>
            </a:r>
          </a:p>
        </p:txBody>
      </p:sp>
      <p:sp>
        <p:nvSpPr>
          <p:cNvPr id="14" name="Oval 13"/>
          <p:cNvSpPr/>
          <p:nvPr/>
        </p:nvSpPr>
        <p:spPr>
          <a:xfrm>
            <a:off x="8366760" y="960120"/>
            <a:ext cx="228600" cy="22860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Anatomia de uma função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ourier New"/>
              </a:rPr>
              <a:t>function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30759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Palavra-chave e nome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63677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 verbo que diz o que faz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(a, b)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912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Parâmetros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448306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ingredientes de entrada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930651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Retorno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259835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prato: o valor de saída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( 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742182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Chamada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71365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executa com valores reais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103120"/>
            <a:ext cx="342900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40680" y="2249424"/>
            <a:ext cx="3108960" cy="1399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media(a, b)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(a + b) /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m = media(7, 9)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console.log(m)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Não se repita (DRY)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280160"/>
          </a:xfrm>
          <a:prstGeom prst="roundRect">
            <a:avLst>
              <a:gd name="adj" fmla="val 4285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9875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m1 = (7 + 9) / 2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m2 = (5 + 8) / 2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m3 = (6 + 10) / 2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mudou a regra? 3 lugares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611879"/>
            <a:ext cx="3520439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Copiar e colar multiplica o bug.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280160"/>
          </a:xfrm>
          <a:prstGeom prst="roundRect">
            <a:avLst>
              <a:gd name="adj" fmla="val 428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9875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m1 = media(7, 9)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m2 = media(5, 8)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m3 = media(6, 10)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regra num lugar só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611879"/>
            <a:ext cx="3520439" cy="7772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Mudou a regra? Muda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uma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função.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Parâmetro com valor padrão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Mercadinho do Seu Zé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Oferta da semana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057400"/>
            <a:ext cx="347472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Arroz 5 kg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468880"/>
            <a:ext cx="3474720" cy="3108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600" b="0" i="0">
                <a:solidFill>
                  <a:srgbClr val="67766C"/>
                </a:solidFill>
                <a:latin typeface="Calibri"/>
              </a:rPr>
              <a:t>de R$ 30,00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798064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 i="0">
                <a:solidFill>
                  <a:srgbClr val="4E6730"/>
                </a:solidFill>
                <a:latin typeface="Calibri"/>
              </a:rPr>
              <a:t>por R$ 27,00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273552"/>
            <a:ext cx="128016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3273552"/>
            <a:ext cx="128016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Adicionar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1280160"/>
            <a:ext cx="4023360" cy="1280160"/>
          </a:xfrm>
          <a:prstGeom prst="roundRect">
            <a:avLst>
              <a:gd name="adj" fmla="val 4285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892040" y="1463039"/>
            <a:ext cx="3566160" cy="914399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Sem informar o desconto, vale o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padrão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: 10%.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Menos argumentos, menos erro.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63440" y="2834639"/>
            <a:ext cx="402336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2980944"/>
            <a:ext cx="3703320" cy="139903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comDesconto(preco,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                 pct = 10)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preco * (1 - pct / 100)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comDesconto(30)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27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comDesconto(30, 50)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15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console.log não é return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2161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function dobro(n)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console.log(n * 2)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x = dobro(4)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x: undefined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840479"/>
            <a:ext cx="352043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Mostrou na tela, mas não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devolveu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2161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function dobro(n)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return n * 2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const x = dobro(4)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x: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840479"/>
            <a:ext cx="352043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return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entrega o valor a quem chamou.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Arrow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A forma curta, que você vai ver em todo lugar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840479" cy="23774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Arrow function é um jeito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curto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 de escrever funções.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29000"/>
            <a:ext cx="3840479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67766C"/>
                </a:solidFill>
                <a:latin typeface="Calibri"/>
              </a:rPr>
              <a:t>Mesma função, três formas. A 3ª é a mais usada.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56359"/>
            <a:ext cx="4023360" cy="2590800"/>
          </a:xfrm>
          <a:prstGeom prst="roundRect">
            <a:avLst>
              <a:gd name="adj" fmla="val 21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46320" y="1502663"/>
            <a:ext cx="3703320" cy="22981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99CB38"/>
                </a:solidFill>
                <a:latin typeface="Courier New"/>
              </a:rPr>
              <a:t>// 1. function clássica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dobro(n)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n *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2. arrow com bloco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dobro = (n) =&gt;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n *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3. arrow enxuta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const dobro = n =&gt; n *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Regras da arrow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n =&gt;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1307592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Um parâmetro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636776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parênteses são opcionais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() =&gt;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119122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Nenhum ou vários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448306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parênteses obrigatórios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=&gt; 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930651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Uma expressão só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259835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return fica implícito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1887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1887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=&gt; ({})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74519" y="3742182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Devolver objeto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71365"/>
            <a:ext cx="6812280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envolva o objeto em parênteses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soma = (a, b) =&gt; a + b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soma(2, '3')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'23'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'5'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NaN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914400"/>
          </a:xfrm>
          <a:prstGeom prst="roundRect">
            <a:avLst>
              <a:gd name="adj" fmla="val 6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621792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const soma = (a, b) =&gt; a + b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soma(2, '3')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'23'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'5'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NaN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Onde cada variável existe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Escopo: quem enxerga quem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103120"/>
            <a:ext cx="3749039" cy="2057400"/>
          </a:xfrm>
          <a:prstGeom prst="roundRect">
            <a:avLst>
              <a:gd name="adj" fmla="val 2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2249424"/>
            <a:ext cx="3428999" cy="17647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const cidade = 'Palmares'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function casa()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const quarto = 'cama'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console.log(cidade) </a:t>
            </a:r>
            <a:r>
              <a:rPr sz="1500" b="1">
                <a:solidFill>
                  <a:srgbClr val="99CB38"/>
                </a:solidFill>
                <a:latin typeface="Courier New"/>
              </a:rPr>
              <a:t>// ok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console.log(quarto)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ReferenceError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{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B16"/>
                </a:solidFill>
                <a:latin typeface="Calibri"/>
              </a:rPr>
              <a:t>De dentro de casa você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vê a rua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.</a:t>
            </a:r>
          </a:p>
          <a:p>
            <a:pPr algn="l"/>
            <a:r>
              <a:rPr sz="2000" b="0" i="0">
                <a:solidFill>
                  <a:srgbClr val="1E2B16"/>
                </a:solidFill>
                <a:latin typeface="Calibri"/>
              </a:rPr>
              <a:t>Da rua, ninguém vê o seu quarto.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let respeita o bloco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12161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if (true)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var vazou = 'oi'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console.log(vazou)</a:t>
            </a:r>
          </a:p>
          <a:p>
            <a:r>
              <a:rPr sz="1500" b="1">
                <a:solidFill>
                  <a:srgbClr val="C9D3C0"/>
                </a:solidFill>
                <a:latin typeface="Courier New"/>
              </a:rPr>
              <a:t>// 'oi' (escapou!)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40479"/>
            <a:ext cx="352043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var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ignora as chaves do bloco.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508760"/>
          </a:xfrm>
          <a:prstGeom prst="roundRect">
            <a:avLst>
              <a:gd name="adj" fmla="val 36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121615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if (true) {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let preso = 'oi'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console.log(preso)</a:t>
            </a:r>
          </a:p>
          <a:p>
            <a:r>
              <a:rPr sz="1500" b="1">
                <a:solidFill>
                  <a:srgbClr val="99CB38"/>
                </a:solidFill>
                <a:latin typeface="Courier New"/>
              </a:rPr>
              <a:t>// ReferenceError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840479"/>
            <a:ext cx="3520439" cy="5486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let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e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const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ficam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dentro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do bloco.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let x = 1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if (true) { let x = 2 }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console.log(x)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ReferenceError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 que aparece no console?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1188719"/>
          </a:xfrm>
          <a:prstGeom prst="roundRect">
            <a:avLst>
              <a:gd name="adj" fmla="val 461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89611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let x = 1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if (true) { let x = 2 }</a:t>
            </a:r>
          </a:p>
          <a:p>
            <a:r>
              <a:rPr sz="1800" b="1">
                <a:solidFill>
                  <a:srgbClr val="FFFFFF"/>
                </a:solidFill>
                <a:latin typeface="Courier New"/>
              </a:rPr>
              <a:t>console.log(x)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ReferenceError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Problemas em duplas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Três desafios com entrega no Classroom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if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for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fn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FFFFFF"/>
                </a:solidFill>
                <a:latin typeface="Courier New"/>
              </a:rPr>
              <a:t>=&gt;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{ }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2x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Programação em par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307592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Piloto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1636776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digita e fala o que está fazendo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2119122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Navegador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448306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revisa e pensa no próximo passo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2930651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Troca a cada 10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259835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dois pilotam, os dois pensam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731520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3742182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Travou?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071365"/>
            <a:ext cx="7269479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pergunte à dupla, depois ao professor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Par ou ímpar?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15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classificar(n)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function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Use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%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para descobrir se é par.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Devolva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'par'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ou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'ímpar'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com ternário.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Teste com 7, -4 e 0.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diga também se é positivo ou negativo.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905000"/>
          </a:xfrm>
          <a:prstGeom prst="roundRect">
            <a:avLst>
              <a:gd name="adj" fmla="val 287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61239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classificar(n)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sua vez!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classificar(7)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'ímpar'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classificar(-4)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'par'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classificar(0)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'par'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Tabuada com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15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a arrow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tabuada(n)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Use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for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de 1 a 10.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Mostre cada linha com template literal.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Chame para o 7 e para o 9.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aceite o limite como parâmetro padrão.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331720"/>
          </a:xfrm>
          <a:prstGeom prst="roundRect">
            <a:avLst>
              <a:gd name="adj" fmla="val 235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203911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tabuada = (n) =&gt;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sua vez!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tabuada(7)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7 x 1 = 7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7 x 2 = 14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...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7 x 10 = 70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Caixa eletrônico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Crie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sacar(valor)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Notas disponíveis: 100, 50, 20 e 10.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Entregue o menor número de notas.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Valor que não fecha? Avise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if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Entrega: link do código no Classroom.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118360"/>
          </a:xfrm>
          <a:prstGeom prst="roundRect">
            <a:avLst>
              <a:gd name="adj" fmla="val 258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82575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notas = [100, 50, 20, 10]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sacar(380)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3 de 100, 1 de 50,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1 de 20, 1 de 10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sacar(15)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'Valor inválido'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0789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Leve para casa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if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if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,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else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e ternário decidem o caminho.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6616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for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,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while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e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for...of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repetem sem copiar.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fn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201168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100" b="1" i="0">
                <a:solidFill>
                  <a:srgbClr val="2B2B2B"/>
                </a:solidFill>
                <a:latin typeface="Calibri"/>
              </a:rPr>
              <a:t>Funções com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return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reaproveitam a lógica.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95913"/>
            <a:ext cx="2377440" cy="951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31520"/>
            <a:ext cx="168249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próxima_aula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Arrays e métodos funcionais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000" b="1" i="0">
                <a:solidFill>
                  <a:srgbClr val="99CB38"/>
                </a:solidFill>
                <a:latin typeface="Calibri"/>
              </a:rPr>
              <a:t>14/10 · sala de aula invertida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120640" cy="64008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9D3C0"/>
                </a:solidFill>
                <a:latin typeface="Calibri"/>
              </a:rPr>
              <a:t>Antes da aula: leia MDN · Array (map, filter)</a:t>
            </a:r>
          </a:p>
          <a:p>
            <a:pPr algn="l"/>
            <a:r>
              <a:rPr sz="1500" b="0" i="0">
                <a:solidFill>
                  <a:srgbClr val="C9D3C0"/>
                </a:solidFill>
                <a:latin typeface="Calibri"/>
              </a:rPr>
              <a:t>Termine os desafios no 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Prof. Thiago Araújo · IFPE Campus Palmares · ADS 3º período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Par ou ímpar?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01752"/>
            <a:ext cx="1874519" cy="384048"/>
          </a:xfrm>
          <a:prstGeom prst="roundRect">
            <a:avLst>
              <a:gd name="adj" fmla="val 14285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01752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noobie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280160"/>
            <a:ext cx="5394960" cy="2499360"/>
          </a:xfrm>
          <a:prstGeom prst="roundRect">
            <a:avLst>
              <a:gd name="adj" fmla="val 219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5074920" cy="2206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function classificar(n)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const resto = n %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const ehPar = resto === 0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const tipo = ehPar ? 'par' : 'ímpar'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tipo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console.log(classificar(7))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ímpar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console.log(classificar(-4))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par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console.log(classificar(0))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par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32588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Uma linha para cada passo do raciocínio.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423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37744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Testa </a:t>
            </a:r>
            <a:r>
              <a:rPr sz="1700" b="1" i="0">
                <a:solidFill>
                  <a:srgbClr val="2B2B2B"/>
                </a:solidFill>
                <a:latin typeface="Courier New"/>
              </a:rPr>
              <a:t>=== 0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: funciona com negativos.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74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474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42900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Um </a:t>
            </a:r>
            <a:r>
              <a:rPr sz="1700" b="1" i="0">
                <a:solidFill>
                  <a:srgbClr val="2B2B2B"/>
                </a:solidFill>
                <a:latin typeface="Courier New"/>
              </a:rPr>
              <a:t>console.log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por teste.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Par ou ímpar?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01752"/>
            <a:ext cx="1874519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01752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ourier New"/>
              </a:rPr>
              <a:t>farmando aura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280160"/>
            <a:ext cx="5394960" cy="3139440"/>
          </a:xfrm>
          <a:prstGeom prst="roundRect">
            <a:avLst>
              <a:gd name="adj" fmla="val 174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5074920" cy="2846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function classificar(n)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const paridade = n % 2 === 0 ? 'par' : 'ímpar'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if (n === 0)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return 'par (zero)'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const sinal = n &gt; 0 ? 'positivo' : 'negativo'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return `${paridade} e ${sinal}`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for (const n of [7, -4, 0, -3])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console.log(n, classificar(n))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300" b="1">
                <a:solidFill>
                  <a:srgbClr val="99CB38"/>
                </a:solidFill>
                <a:latin typeface="Courier New"/>
              </a:rPr>
              <a:t>// 7 ímpar e positivo · -4 par e negativo</a:t>
            </a:r>
          </a:p>
          <a:p>
            <a:r>
              <a:rPr sz="1300" b="1">
                <a:solidFill>
                  <a:srgbClr val="99CB38"/>
                </a:solidFill>
                <a:latin typeface="Courier New"/>
              </a:rPr>
              <a:t>// 0 par (zero) · -3 ímpar e negativo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32588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Ternário direto, sem variável sobrando.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423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37744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Faz o bônus: positivo, negativo ou zero.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74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474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42900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Testa tudo num laço, incluindo o -3.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Tabuada com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01752"/>
            <a:ext cx="1874519" cy="384048"/>
          </a:xfrm>
          <a:prstGeom prst="roundRect">
            <a:avLst>
              <a:gd name="adj" fmla="val 14285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01752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noobie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280160"/>
            <a:ext cx="5394960" cy="2712719"/>
          </a:xfrm>
          <a:prstGeom prst="roundRect">
            <a:avLst>
              <a:gd name="adj" fmla="val 202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5074920" cy="2420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tabuada = (n) =&gt;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console.log(`Tabuada do ${n}:`)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for (let i = 1; i &lt;= 10; i++)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const resultado = n * i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const linha = `${n} x ${i} = ${resultado}`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console.log(linha)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tabuada(7)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tabuada(9)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32588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Calcula e monta a linha em dois passos.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423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37744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2B2B2B"/>
                </a:solidFill>
                <a:latin typeface="Courier New"/>
              </a:rPr>
              <a:t>i &lt;= 10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: o 10 entra na conta.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74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474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42900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Imprime direto, linha por linha.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Tabuada com for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01752"/>
            <a:ext cx="1874519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01752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ourier New"/>
              </a:rPr>
              <a:t>farmando aura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280160"/>
            <a:ext cx="5394960" cy="2499360"/>
          </a:xfrm>
          <a:prstGeom prst="roundRect">
            <a:avLst>
              <a:gd name="adj" fmla="val 219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5074920" cy="2206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tabuada = (n, ate = 10) =&gt;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let texto = ''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for (let i = 1; i &lt;= ate; i++)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texto += `${n} x ${i} = ${n * i}\n`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return texto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console.log(tabuada(7))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console.log(tabuada(9, 5))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só até 9 x 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132588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Bônus: </a:t>
            </a:r>
            <a:r>
              <a:rPr sz="1700" b="1" i="0">
                <a:solidFill>
                  <a:srgbClr val="2B2B2B"/>
                </a:solidFill>
                <a:latin typeface="Courier New"/>
              </a:rPr>
              <a:t>ate = 10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é o parâmetro padrão.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4231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42316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37744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Calibri"/>
              </a:rPr>
              <a:t>Acumula o texto e devolve com </a:t>
            </a:r>
            <a:r>
              <a:rPr sz="1700" b="1" i="0">
                <a:solidFill>
                  <a:srgbClr val="2B2B2B"/>
                </a:solidFill>
                <a:latin typeface="Courier New"/>
              </a:rPr>
              <a:t>return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347472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3474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429000"/>
            <a:ext cx="1965960" cy="9601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 i="0">
                <a:solidFill>
                  <a:srgbClr val="2B2B2B"/>
                </a:solidFill>
                <a:latin typeface="Courier New"/>
              </a:rPr>
              <a:t>\n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 é a quebra de linha dentro do texto.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Caixa eletrônico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01752"/>
            <a:ext cx="1874519" cy="384048"/>
          </a:xfrm>
          <a:prstGeom prst="roundRect">
            <a:avLst>
              <a:gd name="adj" fmla="val 14285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01752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ourier New"/>
              </a:rPr>
              <a:t>noobie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280160"/>
            <a:ext cx="4023360" cy="2743199"/>
          </a:xfrm>
          <a:prstGeom prst="roundRect">
            <a:avLst>
              <a:gd name="adj" fmla="val 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3703320" cy="24505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function sacar(valor)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if (valor % 10 !== 0)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console.log('Valor inválido')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} else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let resto = valor % 100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let notas100 = (valor - resto) / 100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valor = resto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resto = valor % 50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let notas50 = (valor - resto) / 50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valor = resto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280160"/>
            <a:ext cx="4023360" cy="2743199"/>
          </a:xfrm>
          <a:prstGeom prst="roundRect">
            <a:avLst>
              <a:gd name="adj" fmla="val 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426464"/>
            <a:ext cx="3703320" cy="245059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    resto = valor % 20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let notas20 = (valor - resto) / 20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valor = resto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let notas10 = valor / 10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console.log(notas100 + ' de 100')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console.log(notas50 + ' de 50')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console.log(notas20 + ' de 20')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console.log(notas10 + ' de 10')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sacar(380)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133087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Um bloco por nota, repetido   ·   Imprime direto, até nota zerada   ·   Divisão exata: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(valor - resto) / 100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Caixa eletrônico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12280" y="301752"/>
            <a:ext cx="1874519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301752"/>
            <a:ext cx="1874519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ourier New"/>
              </a:rPr>
              <a:t>farmando aura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280160"/>
            <a:ext cx="4023360" cy="2377440"/>
          </a:xfrm>
          <a:prstGeom prst="roundRect">
            <a:avLst>
              <a:gd name="adj" fmla="val 230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426464"/>
            <a:ext cx="3703320" cy="2084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const notas = [100, 50, 20, 10]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function sacar(valor)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if (valor &lt;= 0 || valor % 10 !== 0)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return 'Valor inválido'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let texto = ''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1280160"/>
            <a:ext cx="4023360" cy="2377440"/>
          </a:xfrm>
          <a:prstGeom prst="roundRect">
            <a:avLst>
              <a:gd name="adj" fmla="val 230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1426464"/>
            <a:ext cx="3703320" cy="20848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200" b="1">
                <a:solidFill>
                  <a:srgbClr val="FFFFFF"/>
                </a:solidFill>
                <a:latin typeface="Courier New"/>
              </a:rPr>
              <a:t>  for (const nota of notas) {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const resto = valor % nota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const qtd = (valor - resto) / nota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const linha = `${qtd} de ${nota}\n`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texto += qtd &gt; 0 ? linha : ''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  valor = resto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  return texto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console.log(sacar(380))</a:t>
            </a:r>
          </a:p>
          <a:p>
            <a:r>
              <a:rPr sz="1200" b="1">
                <a:solidFill>
                  <a:srgbClr val="FFFFFF"/>
                </a:solidFill>
                <a:latin typeface="Courier New"/>
              </a:rPr>
              <a:t>console.log(sacar(15))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67328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Percebeu a repetição: virou laço sobre o array   ·   Ternário esconde as notas zeradas   ·  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return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em vez de imprimir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4806</Words>
  <Application>Microsoft Office PowerPoint</Application>
  <PresentationFormat>Apresentação na tela (16:9)</PresentationFormat>
  <Paragraphs>680</Paragraphs>
  <Slides>42</Slides>
  <Notes>42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46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Thiago Araujo</cp:lastModifiedBy>
  <cp:revision>1</cp:revision>
  <dcterms:created xsi:type="dcterms:W3CDTF">2013-01-27T09:14:16Z</dcterms:created>
  <dcterms:modified xsi:type="dcterms:W3CDTF">2026-10-05T23:52:10Z</dcterms:modified>
  <cp:category/>
</cp:coreProperties>
</file>